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19"/>
            <a:ext cx="12189713" cy="47928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E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5325" y="136017"/>
            <a:ext cx="8101330" cy="6814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8975" y="1652777"/>
            <a:ext cx="10025380" cy="3805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26177" y="6453327"/>
            <a:ext cx="204342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77294" y="6453327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07" y="851535"/>
            <a:ext cx="4638675" cy="5155565"/>
            <a:chOff x="5656707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07" y="851534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946137" y="3682492"/>
                  </a:moveTo>
                  <a:lnTo>
                    <a:pt x="943737" y="3658108"/>
                  </a:lnTo>
                  <a:lnTo>
                    <a:pt x="735330" y="3173476"/>
                  </a:lnTo>
                  <a:lnTo>
                    <a:pt x="709422" y="3138170"/>
                  </a:lnTo>
                  <a:lnTo>
                    <a:pt x="673735" y="3125216"/>
                  </a:lnTo>
                  <a:lnTo>
                    <a:pt x="272415" y="3125216"/>
                  </a:lnTo>
                  <a:lnTo>
                    <a:pt x="253619" y="3128518"/>
                  </a:lnTo>
                  <a:lnTo>
                    <a:pt x="221615" y="3153283"/>
                  </a:lnTo>
                  <a:lnTo>
                    <a:pt x="9779" y="3635248"/>
                  </a:lnTo>
                  <a:lnTo>
                    <a:pt x="0" y="3682492"/>
                  </a:lnTo>
                  <a:lnTo>
                    <a:pt x="2540" y="3706876"/>
                  </a:lnTo>
                  <a:lnTo>
                    <a:pt x="210058" y="4191381"/>
                  </a:lnTo>
                  <a:lnTo>
                    <a:pt x="236347" y="4226814"/>
                  </a:lnTo>
                  <a:lnTo>
                    <a:pt x="272415" y="4239768"/>
                  </a:lnTo>
                  <a:lnTo>
                    <a:pt x="673735" y="4239768"/>
                  </a:lnTo>
                  <a:lnTo>
                    <a:pt x="724154" y="4211574"/>
                  </a:lnTo>
                  <a:lnTo>
                    <a:pt x="936371" y="3729736"/>
                  </a:lnTo>
                  <a:lnTo>
                    <a:pt x="946137" y="3682492"/>
                  </a:lnTo>
                  <a:close/>
                </a:path>
                <a:path w="4638675" h="5155565">
                  <a:moveTo>
                    <a:pt x="2248281" y="953389"/>
                  </a:moveTo>
                  <a:lnTo>
                    <a:pt x="2244471" y="916051"/>
                  </a:lnTo>
                  <a:lnTo>
                    <a:pt x="2233295" y="881126"/>
                  </a:lnTo>
                  <a:lnTo>
                    <a:pt x="2097786" y="569976"/>
                  </a:lnTo>
                  <a:lnTo>
                    <a:pt x="1867408" y="569976"/>
                  </a:lnTo>
                  <a:lnTo>
                    <a:pt x="1822323" y="574548"/>
                  </a:lnTo>
                  <a:lnTo>
                    <a:pt x="1779016" y="587883"/>
                  </a:lnTo>
                  <a:lnTo>
                    <a:pt x="1738249" y="609473"/>
                  </a:lnTo>
                  <a:lnTo>
                    <a:pt x="1700403" y="638937"/>
                  </a:lnTo>
                  <a:lnTo>
                    <a:pt x="1666113" y="675640"/>
                  </a:lnTo>
                  <a:lnTo>
                    <a:pt x="1636014" y="719201"/>
                  </a:lnTo>
                  <a:lnTo>
                    <a:pt x="1610614" y="768985"/>
                  </a:lnTo>
                  <a:lnTo>
                    <a:pt x="1167638" y="1790700"/>
                  </a:lnTo>
                  <a:lnTo>
                    <a:pt x="1187704" y="1801876"/>
                  </a:lnTo>
                  <a:lnTo>
                    <a:pt x="1194435" y="1804035"/>
                  </a:lnTo>
                  <a:lnTo>
                    <a:pt x="1201674" y="1805686"/>
                  </a:lnTo>
                  <a:lnTo>
                    <a:pt x="1209040" y="1806575"/>
                  </a:lnTo>
                  <a:lnTo>
                    <a:pt x="1216406" y="1806956"/>
                  </a:lnTo>
                  <a:lnTo>
                    <a:pt x="1831086" y="1806956"/>
                  </a:lnTo>
                  <a:lnTo>
                    <a:pt x="1885569" y="1787017"/>
                  </a:lnTo>
                  <a:lnTo>
                    <a:pt x="1925320" y="1732788"/>
                  </a:lnTo>
                  <a:lnTo>
                    <a:pt x="2233295" y="1025652"/>
                  </a:lnTo>
                  <a:lnTo>
                    <a:pt x="2248281" y="953389"/>
                  </a:lnTo>
                  <a:close/>
                </a:path>
                <a:path w="4638675" h="5155565">
                  <a:moveTo>
                    <a:pt x="4638675" y="2862453"/>
                  </a:moveTo>
                  <a:lnTo>
                    <a:pt x="4636135" y="2812034"/>
                  </a:lnTo>
                  <a:lnTo>
                    <a:pt x="4628642" y="2762250"/>
                  </a:lnTo>
                  <a:lnTo>
                    <a:pt x="4616069" y="2714117"/>
                  </a:lnTo>
                  <a:lnTo>
                    <a:pt x="4598543" y="2668270"/>
                  </a:lnTo>
                  <a:lnTo>
                    <a:pt x="4271010" y="1916176"/>
                  </a:lnTo>
                  <a:lnTo>
                    <a:pt x="3771392" y="768985"/>
                  </a:lnTo>
                  <a:lnTo>
                    <a:pt x="3747135" y="719201"/>
                  </a:lnTo>
                  <a:lnTo>
                    <a:pt x="3717417" y="675640"/>
                  </a:lnTo>
                  <a:lnTo>
                    <a:pt x="3683381" y="638937"/>
                  </a:lnTo>
                  <a:lnTo>
                    <a:pt x="3645535" y="609473"/>
                  </a:lnTo>
                  <a:lnTo>
                    <a:pt x="3604895" y="587883"/>
                  </a:lnTo>
                  <a:lnTo>
                    <a:pt x="3562096" y="574548"/>
                  </a:lnTo>
                  <a:lnTo>
                    <a:pt x="3518154" y="569976"/>
                  </a:lnTo>
                  <a:lnTo>
                    <a:pt x="2192655" y="569976"/>
                  </a:lnTo>
                  <a:lnTo>
                    <a:pt x="2324100" y="871855"/>
                  </a:lnTo>
                  <a:lnTo>
                    <a:pt x="2336800" y="911352"/>
                  </a:lnTo>
                  <a:lnTo>
                    <a:pt x="2340991" y="953389"/>
                  </a:lnTo>
                  <a:lnTo>
                    <a:pt x="2336800" y="995553"/>
                  </a:lnTo>
                  <a:lnTo>
                    <a:pt x="2324100" y="1035050"/>
                  </a:lnTo>
                  <a:lnTo>
                    <a:pt x="1976755" y="1832610"/>
                  </a:lnTo>
                  <a:lnTo>
                    <a:pt x="1957324" y="1867535"/>
                  </a:lnTo>
                  <a:lnTo>
                    <a:pt x="1902333" y="1910334"/>
                  </a:lnTo>
                  <a:lnTo>
                    <a:pt x="1870329" y="1916176"/>
                  </a:lnTo>
                  <a:lnTo>
                    <a:pt x="1177036" y="1916176"/>
                  </a:lnTo>
                  <a:lnTo>
                    <a:pt x="1125093" y="1899539"/>
                  </a:lnTo>
                  <a:lnTo>
                    <a:pt x="1168781" y="1798955"/>
                  </a:lnTo>
                  <a:lnTo>
                    <a:pt x="1131951" y="1758442"/>
                  </a:lnTo>
                  <a:lnTo>
                    <a:pt x="817118" y="1035050"/>
                  </a:lnTo>
                  <a:lnTo>
                    <a:pt x="802132" y="962660"/>
                  </a:lnTo>
                  <a:lnTo>
                    <a:pt x="805942" y="925449"/>
                  </a:lnTo>
                  <a:lnTo>
                    <a:pt x="1123823" y="183261"/>
                  </a:lnTo>
                  <a:lnTo>
                    <a:pt x="1164082" y="129032"/>
                  </a:lnTo>
                  <a:lnTo>
                    <a:pt x="1219327" y="109220"/>
                  </a:lnTo>
                  <a:lnTo>
                    <a:pt x="1834007" y="109220"/>
                  </a:lnTo>
                  <a:lnTo>
                    <a:pt x="1888617" y="129032"/>
                  </a:lnTo>
                  <a:lnTo>
                    <a:pt x="1928241" y="183261"/>
                  </a:lnTo>
                  <a:lnTo>
                    <a:pt x="2092198" y="559689"/>
                  </a:lnTo>
                  <a:lnTo>
                    <a:pt x="2187067" y="559689"/>
                  </a:lnTo>
                  <a:lnTo>
                    <a:pt x="1990852" y="109220"/>
                  </a:lnTo>
                  <a:lnTo>
                    <a:pt x="1960372" y="48641"/>
                  </a:lnTo>
                  <a:lnTo>
                    <a:pt x="1905254" y="5842"/>
                  </a:lnTo>
                  <a:lnTo>
                    <a:pt x="1873377" y="0"/>
                  </a:lnTo>
                  <a:lnTo>
                    <a:pt x="1180084" y="0"/>
                  </a:lnTo>
                  <a:lnTo>
                    <a:pt x="1092200" y="48641"/>
                  </a:lnTo>
                  <a:lnTo>
                    <a:pt x="1072261" y="83566"/>
                  </a:lnTo>
                  <a:lnTo>
                    <a:pt x="726313" y="881126"/>
                  </a:lnTo>
                  <a:lnTo>
                    <a:pt x="713613" y="920623"/>
                  </a:lnTo>
                  <a:lnTo>
                    <a:pt x="709422" y="962660"/>
                  </a:lnTo>
                  <a:lnTo>
                    <a:pt x="713613" y="1004824"/>
                  </a:lnTo>
                  <a:lnTo>
                    <a:pt x="726313" y="1044321"/>
                  </a:lnTo>
                  <a:lnTo>
                    <a:pt x="1072261" y="1842008"/>
                  </a:lnTo>
                  <a:lnTo>
                    <a:pt x="1092200" y="1876806"/>
                  </a:lnTo>
                  <a:lnTo>
                    <a:pt x="1118616" y="1903603"/>
                  </a:lnTo>
                  <a:lnTo>
                    <a:pt x="787019" y="2668270"/>
                  </a:lnTo>
                  <a:lnTo>
                    <a:pt x="769493" y="2714117"/>
                  </a:lnTo>
                  <a:lnTo>
                    <a:pt x="756920" y="2762250"/>
                  </a:lnTo>
                  <a:lnTo>
                    <a:pt x="749427" y="2812034"/>
                  </a:lnTo>
                  <a:lnTo>
                    <a:pt x="746887" y="2862453"/>
                  </a:lnTo>
                  <a:lnTo>
                    <a:pt x="749427" y="2912999"/>
                  </a:lnTo>
                  <a:lnTo>
                    <a:pt x="756920" y="2962656"/>
                  </a:lnTo>
                  <a:lnTo>
                    <a:pt x="769493" y="3010789"/>
                  </a:lnTo>
                  <a:lnTo>
                    <a:pt x="787019" y="3056636"/>
                  </a:lnTo>
                  <a:lnTo>
                    <a:pt x="1610614" y="4956022"/>
                  </a:lnTo>
                  <a:lnTo>
                    <a:pt x="1636014" y="5005819"/>
                  </a:lnTo>
                  <a:lnTo>
                    <a:pt x="1666113" y="5049317"/>
                  </a:lnTo>
                  <a:lnTo>
                    <a:pt x="1700403" y="5086020"/>
                  </a:lnTo>
                  <a:lnTo>
                    <a:pt x="1738249" y="5115433"/>
                  </a:lnTo>
                  <a:lnTo>
                    <a:pt x="1779016" y="5137061"/>
                  </a:lnTo>
                  <a:lnTo>
                    <a:pt x="1822323" y="5150396"/>
                  </a:lnTo>
                  <a:lnTo>
                    <a:pt x="1867408" y="5154955"/>
                  </a:lnTo>
                  <a:lnTo>
                    <a:pt x="3518154" y="5154955"/>
                  </a:lnTo>
                  <a:lnTo>
                    <a:pt x="3562096" y="5150396"/>
                  </a:lnTo>
                  <a:lnTo>
                    <a:pt x="3604895" y="5137061"/>
                  </a:lnTo>
                  <a:lnTo>
                    <a:pt x="3645535" y="5115433"/>
                  </a:lnTo>
                  <a:lnTo>
                    <a:pt x="3683381" y="5086020"/>
                  </a:lnTo>
                  <a:lnTo>
                    <a:pt x="3717417" y="5049317"/>
                  </a:lnTo>
                  <a:lnTo>
                    <a:pt x="3747135" y="5005819"/>
                  </a:lnTo>
                  <a:lnTo>
                    <a:pt x="3771392" y="4956022"/>
                  </a:lnTo>
                  <a:lnTo>
                    <a:pt x="4598543" y="3056636"/>
                  </a:lnTo>
                  <a:lnTo>
                    <a:pt x="4616069" y="3010789"/>
                  </a:lnTo>
                  <a:lnTo>
                    <a:pt x="4628642" y="2962656"/>
                  </a:lnTo>
                  <a:lnTo>
                    <a:pt x="4636135" y="2912999"/>
                  </a:lnTo>
                  <a:lnTo>
                    <a:pt x="4638675" y="2862453"/>
                  </a:lnTo>
                  <a:close/>
                </a:path>
              </a:pathLst>
            </a:custGeom>
            <a:solidFill>
              <a:srgbClr val="7D7D7D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5897"/>
              <a:ext cx="3203448" cy="34262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25">
                <a:solidFill>
                  <a:srgbClr val="1F477B"/>
                </a:solidFill>
              </a:rPr>
              <a:t>SMART</a:t>
            </a:r>
            <a:r>
              <a:rPr dirty="0" sz="4000" spc="-130">
                <a:solidFill>
                  <a:srgbClr val="1F477B"/>
                </a:solidFill>
              </a:rPr>
              <a:t> </a:t>
            </a:r>
            <a:r>
              <a:rPr dirty="0" sz="4000">
                <a:solidFill>
                  <a:srgbClr val="1F477B"/>
                </a:solidFill>
              </a:rPr>
              <a:t>INDIA</a:t>
            </a:r>
            <a:r>
              <a:rPr dirty="0" sz="4000" spc="120">
                <a:solidFill>
                  <a:srgbClr val="1F477B"/>
                </a:solidFill>
              </a:rPr>
              <a:t> </a:t>
            </a:r>
            <a:r>
              <a:rPr dirty="0" sz="4000" spc="-10">
                <a:solidFill>
                  <a:srgbClr val="1F477B"/>
                </a:solidFill>
              </a:rPr>
              <a:t>HACKATHON</a:t>
            </a:r>
            <a:r>
              <a:rPr dirty="0" sz="4000" spc="35">
                <a:solidFill>
                  <a:srgbClr val="1F477B"/>
                </a:solidFill>
              </a:rPr>
              <a:t> </a:t>
            </a:r>
            <a:r>
              <a:rPr dirty="0" sz="4000" spc="-20">
                <a:solidFill>
                  <a:srgbClr val="1F477B"/>
                </a:solidFill>
              </a:rPr>
              <a:t>2026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409752" y="1240358"/>
            <a:ext cx="6334760" cy="5237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6524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TITLE</a:t>
            </a:r>
            <a:r>
              <a:rPr dirty="0" sz="3200" spc="-105" b="1">
                <a:latin typeface="Times New Roman"/>
                <a:cs typeface="Times New Roman"/>
              </a:rPr>
              <a:t> </a:t>
            </a:r>
            <a:r>
              <a:rPr dirty="0" sz="3200" spc="-20" b="1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spcBef>
                <a:spcPts val="230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Arial"/>
                <a:cs typeface="Arial"/>
              </a:rPr>
              <a:t>Problem</a:t>
            </a:r>
            <a:r>
              <a:rPr dirty="0" sz="2400" spc="-1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Statement</a:t>
            </a:r>
            <a:r>
              <a:rPr dirty="0" sz="2400" spc="-10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ID</a:t>
            </a:r>
            <a:r>
              <a:rPr dirty="0" sz="2400" spc="-14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–</a:t>
            </a:r>
            <a:r>
              <a:rPr dirty="0" sz="2400" spc="-10" b="1">
                <a:latin typeface="Arial"/>
                <a:cs typeface="Arial"/>
              </a:rPr>
              <a:t>SIH26018</a:t>
            </a:r>
            <a:endParaRPr sz="2400">
              <a:latin typeface="Arial"/>
              <a:cs typeface="Arial"/>
            </a:endParaRPr>
          </a:p>
          <a:p>
            <a:pPr algn="just" marL="295910" marR="927735" indent="-283845">
              <a:lnSpc>
                <a:spcPct val="99600"/>
              </a:lnSpc>
              <a:spcBef>
                <a:spcPts val="74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Arial"/>
                <a:cs typeface="Arial"/>
              </a:rPr>
              <a:t>Problem</a:t>
            </a:r>
            <a:r>
              <a:rPr dirty="0" sz="2400" spc="1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Statement</a:t>
            </a:r>
            <a:r>
              <a:rPr dirty="0" sz="2400" spc="1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Title</a:t>
            </a:r>
            <a:r>
              <a:rPr dirty="0" sz="2400" spc="1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-</a:t>
            </a:r>
            <a:r>
              <a:rPr dirty="0" sz="2400" spc="145" b="1">
                <a:latin typeface="Arial"/>
                <a:cs typeface="Arial"/>
              </a:rPr>
              <a:t> </a:t>
            </a:r>
            <a:r>
              <a:rPr dirty="0" sz="2400" spc="-10">
                <a:latin typeface="Calibri"/>
                <a:cs typeface="Calibri"/>
              </a:rPr>
              <a:t>Intelligent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Land</a:t>
            </a:r>
            <a:r>
              <a:rPr dirty="0" sz="2400" spc="4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Record</a:t>
            </a:r>
            <a:r>
              <a:rPr dirty="0" sz="2400" spc="43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Digitization</a:t>
            </a:r>
            <a:r>
              <a:rPr dirty="0" sz="2400" spc="4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4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Validation 	System</a:t>
            </a:r>
            <a:endParaRPr sz="2400">
              <a:latin typeface="Calibri"/>
              <a:cs typeface="Calibri"/>
            </a:endParaRPr>
          </a:p>
          <a:p>
            <a:pPr marL="296545" indent="-28384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Arial"/>
                <a:cs typeface="Arial"/>
              </a:rPr>
              <a:t>Theme</a:t>
            </a:r>
            <a:r>
              <a:rPr dirty="0" sz="2400" spc="-1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-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Smart</a:t>
            </a:r>
            <a:r>
              <a:rPr dirty="0" sz="2400" spc="-15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Automation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400" b="1">
                <a:latin typeface="Arial"/>
                <a:cs typeface="Arial"/>
              </a:rPr>
              <a:t>PS</a:t>
            </a:r>
            <a:r>
              <a:rPr dirty="0" sz="2400" spc="-1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Category-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Software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6545" indent="-2838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2400" spc="-55" b="1">
                <a:latin typeface="Arial"/>
                <a:cs typeface="Arial"/>
              </a:rPr>
              <a:t>Team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ID-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dirty="0" sz="2400" spc="-30" b="1">
                <a:latin typeface="Arial"/>
                <a:cs typeface="Arial"/>
              </a:rPr>
              <a:t>Team</a:t>
            </a:r>
            <a:r>
              <a:rPr dirty="0" sz="2400" spc="-1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Name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–</a:t>
            </a:r>
            <a:r>
              <a:rPr dirty="0" sz="2400" b="1">
                <a:latin typeface="Arial"/>
                <a:cs typeface="Arial"/>
              </a:rPr>
              <a:t>CODE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RISERS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0143" y="1536"/>
            <a:ext cx="2249804" cy="10623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26147"/>
            <a:ext cx="12192000" cy="432434"/>
            <a:chOff x="0" y="6426147"/>
            <a:chExt cx="12192000" cy="4324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48037"/>
              <a:ext cx="12189713" cy="4076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426147"/>
              <a:ext cx="12192000" cy="432434"/>
            </a:xfrm>
            <a:custGeom>
              <a:avLst/>
              <a:gdLst/>
              <a:ahLst/>
              <a:cxnLst/>
              <a:rect l="l" t="t" r="r" b="b"/>
              <a:pathLst>
                <a:path w="12192000" h="432434">
                  <a:moveTo>
                    <a:pt x="12192000" y="0"/>
                  </a:moveTo>
                  <a:lnTo>
                    <a:pt x="0" y="0"/>
                  </a:lnTo>
                  <a:lnTo>
                    <a:pt x="0" y="431850"/>
                  </a:lnTo>
                  <a:lnTo>
                    <a:pt x="12192000" y="4318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E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739" rIns="0" bIns="0" rtlCol="0" vert="horz">
            <a:spAutoFit/>
          </a:bodyPr>
          <a:lstStyle/>
          <a:p>
            <a:pPr marL="26162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From</a:t>
            </a:r>
            <a:r>
              <a:rPr dirty="0" spc="-1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Digitization</a:t>
            </a:r>
            <a:r>
              <a:rPr dirty="0" spc="-1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dirty="0" spc="-14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Intelligent</a:t>
            </a:r>
            <a:r>
              <a:rPr dirty="0" spc="-114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Validation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6691" y="1422908"/>
            <a:ext cx="6233795" cy="4633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600" b="1">
                <a:latin typeface="Calibri"/>
                <a:cs typeface="Calibri"/>
              </a:rPr>
              <a:t>Proposed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Solution: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AI-based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digitize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validate</a:t>
            </a:r>
            <a:r>
              <a:rPr dirty="0" sz="1600" spc="-8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land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record</a:t>
            </a:r>
            <a:endParaRPr sz="16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1889"/>
              </a:spcBef>
            </a:pPr>
            <a:r>
              <a:rPr dirty="0" sz="1800" b="1">
                <a:latin typeface="Calibri"/>
                <a:cs typeface="Calibri"/>
              </a:rPr>
              <a:t>DETAILED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EXPLANATION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OCR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+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AI/NLP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3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extracts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land-</a:t>
            </a:r>
            <a:r>
              <a:rPr dirty="0" sz="1800">
                <a:latin typeface="Calibri"/>
                <a:cs typeface="Calibri"/>
              </a:rPr>
              <a:t>record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fields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Scans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→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Structured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Digital</a:t>
            </a:r>
            <a:r>
              <a:rPr dirty="0" sz="1800" spc="-9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Documents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+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Records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+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GIS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cross-</a:t>
            </a:r>
            <a:r>
              <a:rPr dirty="0" sz="1800" spc="-10">
                <a:latin typeface="Calibri"/>
                <a:cs typeface="Calibri"/>
              </a:rPr>
              <a:t>checked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Mismatches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missing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automatically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detected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Confidence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score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verification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HOW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ADDRESSES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Faster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Verification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|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Fewer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Errors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|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Multi-</a:t>
            </a:r>
            <a:r>
              <a:rPr dirty="0" sz="1800" spc="-10" b="1">
                <a:latin typeface="Calibri"/>
                <a:cs typeface="Calibri"/>
              </a:rPr>
              <a:t>source</a:t>
            </a:r>
            <a:r>
              <a:rPr dirty="0" sz="1800" spc="-8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Checking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|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Conflict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Flagging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INNOVATION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10" b="1">
                <a:latin typeface="Calibri"/>
                <a:cs typeface="Calibri"/>
              </a:rPr>
              <a:t> UNIQUENESS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01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Intelligent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Extraction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field </a:t>
            </a:r>
            <a:r>
              <a:rPr dirty="0" sz="1800" spc="-10">
                <a:latin typeface="Calibri"/>
                <a:cs typeface="Calibri"/>
              </a:rPr>
              <a:t>extraction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02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Multi-Level</a:t>
            </a:r>
            <a:r>
              <a:rPr dirty="0" sz="1800" spc="-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Validation</a:t>
            </a:r>
            <a:r>
              <a:rPr dirty="0" sz="1800" spc="-8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Record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GIS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latin typeface="Calibri"/>
                <a:cs typeface="Calibri"/>
              </a:rPr>
              <a:t>03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Explainable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Review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Conflicts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confidence </a:t>
            </a:r>
            <a:r>
              <a:rPr dirty="0" sz="1800" spc="-10">
                <a:latin typeface="Calibri"/>
                <a:cs typeface="Calibri"/>
              </a:rPr>
              <a:t>score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3" y="331088"/>
                </a:lnTo>
                <a:lnTo>
                  <a:pt x="39154" y="262889"/>
                </a:lnTo>
                <a:lnTo>
                  <a:pt x="60261" y="230631"/>
                </a:lnTo>
                <a:lnTo>
                  <a:pt x="85458" y="199898"/>
                </a:lnTo>
                <a:lnTo>
                  <a:pt x="114515" y="170941"/>
                </a:lnTo>
                <a:lnTo>
                  <a:pt x="147205" y="143637"/>
                </a:lnTo>
                <a:lnTo>
                  <a:pt x="183324" y="118237"/>
                </a:lnTo>
                <a:lnTo>
                  <a:pt x="222656" y="94996"/>
                </a:lnTo>
                <a:lnTo>
                  <a:pt x="264947" y="73913"/>
                </a:lnTo>
                <a:lnTo>
                  <a:pt x="310006" y="55118"/>
                </a:lnTo>
                <a:lnTo>
                  <a:pt x="357606" y="38861"/>
                </a:lnTo>
                <a:lnTo>
                  <a:pt x="407517" y="25273"/>
                </a:lnTo>
                <a:lnTo>
                  <a:pt x="459536" y="14477"/>
                </a:lnTo>
                <a:lnTo>
                  <a:pt x="513422" y="6476"/>
                </a:lnTo>
                <a:lnTo>
                  <a:pt x="568960" y="1650"/>
                </a:lnTo>
                <a:lnTo>
                  <a:pt x="625932" y="0"/>
                </a:lnTo>
                <a:lnTo>
                  <a:pt x="682904" y="1650"/>
                </a:lnTo>
                <a:lnTo>
                  <a:pt x="738441" y="6476"/>
                </a:lnTo>
                <a:lnTo>
                  <a:pt x="792327" y="14477"/>
                </a:lnTo>
                <a:lnTo>
                  <a:pt x="844334" y="25273"/>
                </a:lnTo>
                <a:lnTo>
                  <a:pt x="894245" y="38861"/>
                </a:lnTo>
                <a:lnTo>
                  <a:pt x="941882" y="55118"/>
                </a:lnTo>
                <a:lnTo>
                  <a:pt x="986967" y="73913"/>
                </a:lnTo>
                <a:lnTo>
                  <a:pt x="1029258" y="94996"/>
                </a:lnTo>
                <a:lnTo>
                  <a:pt x="1068501" y="118237"/>
                </a:lnTo>
                <a:lnTo>
                  <a:pt x="1104696" y="143637"/>
                </a:lnTo>
                <a:lnTo>
                  <a:pt x="1137335" y="170941"/>
                </a:lnTo>
                <a:lnTo>
                  <a:pt x="1166418" y="199898"/>
                </a:lnTo>
                <a:lnTo>
                  <a:pt x="1191564" y="230631"/>
                </a:lnTo>
                <a:lnTo>
                  <a:pt x="1212773" y="262889"/>
                </a:lnTo>
                <a:lnTo>
                  <a:pt x="1241856" y="331088"/>
                </a:lnTo>
                <a:lnTo>
                  <a:pt x="1251889" y="403732"/>
                </a:lnTo>
                <a:lnTo>
                  <a:pt x="1249349" y="440436"/>
                </a:lnTo>
                <a:lnTo>
                  <a:pt x="1229537" y="511048"/>
                </a:lnTo>
                <a:lnTo>
                  <a:pt x="1191564" y="576706"/>
                </a:lnTo>
                <a:lnTo>
                  <a:pt x="1166418" y="607440"/>
                </a:lnTo>
                <a:lnTo>
                  <a:pt x="1137335" y="636524"/>
                </a:lnTo>
                <a:lnTo>
                  <a:pt x="1104696" y="663701"/>
                </a:lnTo>
                <a:lnTo>
                  <a:pt x="1068501" y="689101"/>
                </a:lnTo>
                <a:lnTo>
                  <a:pt x="1029258" y="712469"/>
                </a:lnTo>
                <a:lnTo>
                  <a:pt x="986967" y="733551"/>
                </a:lnTo>
                <a:lnTo>
                  <a:pt x="941882" y="752220"/>
                </a:lnTo>
                <a:lnTo>
                  <a:pt x="894245" y="768476"/>
                </a:lnTo>
                <a:lnTo>
                  <a:pt x="844334" y="782065"/>
                </a:lnTo>
                <a:lnTo>
                  <a:pt x="792327" y="792861"/>
                </a:lnTo>
                <a:lnTo>
                  <a:pt x="738441" y="800862"/>
                </a:lnTo>
                <a:lnTo>
                  <a:pt x="682904" y="805688"/>
                </a:lnTo>
                <a:lnTo>
                  <a:pt x="625932" y="807338"/>
                </a:lnTo>
                <a:lnTo>
                  <a:pt x="568960" y="805688"/>
                </a:lnTo>
                <a:lnTo>
                  <a:pt x="513422" y="800862"/>
                </a:lnTo>
                <a:lnTo>
                  <a:pt x="459536" y="792861"/>
                </a:lnTo>
                <a:lnTo>
                  <a:pt x="407517" y="782065"/>
                </a:lnTo>
                <a:lnTo>
                  <a:pt x="357606" y="768476"/>
                </a:lnTo>
                <a:lnTo>
                  <a:pt x="310006" y="752220"/>
                </a:lnTo>
                <a:lnTo>
                  <a:pt x="264947" y="733551"/>
                </a:lnTo>
                <a:lnTo>
                  <a:pt x="222656" y="712469"/>
                </a:lnTo>
                <a:lnTo>
                  <a:pt x="183324" y="689101"/>
                </a:lnTo>
                <a:lnTo>
                  <a:pt x="147205" y="663701"/>
                </a:lnTo>
                <a:lnTo>
                  <a:pt x="114515" y="636524"/>
                </a:lnTo>
                <a:lnTo>
                  <a:pt x="85458" y="607440"/>
                </a:lnTo>
                <a:lnTo>
                  <a:pt x="60261" y="576706"/>
                </a:lnTo>
                <a:lnTo>
                  <a:pt x="39154" y="544576"/>
                </a:lnTo>
                <a:lnTo>
                  <a:pt x="10083" y="476250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2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0123" y="338150"/>
            <a:ext cx="6438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RISERS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7575" y="19888"/>
            <a:ext cx="2199513" cy="102570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885" y="1746732"/>
            <a:ext cx="5280914" cy="399262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456" rIns="0" bIns="0" rtlCol="0" vert="horz">
            <a:spAutoFit/>
          </a:bodyPr>
          <a:lstStyle/>
          <a:p>
            <a:pPr marL="18923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-50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784" y="1556130"/>
            <a:ext cx="4627245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TECHNOLOGY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-10" b="1">
                <a:latin typeface="Calibri"/>
                <a:cs typeface="Calibri"/>
              </a:rPr>
              <a:t>Languages: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Python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JavaScript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SQL </a:t>
            </a:r>
            <a:r>
              <a:rPr dirty="0" sz="2400" b="1">
                <a:latin typeface="Calibri"/>
                <a:cs typeface="Calibri"/>
              </a:rPr>
              <a:t>Frontend: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React.js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HTML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CSS </a:t>
            </a:r>
            <a:r>
              <a:rPr dirty="0" sz="2400" b="1">
                <a:latin typeface="Calibri"/>
                <a:cs typeface="Calibri"/>
              </a:rPr>
              <a:t>Backend: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FastAPI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APIs</a:t>
            </a:r>
            <a:endParaRPr sz="2400">
              <a:latin typeface="Calibri"/>
              <a:cs typeface="Calibri"/>
            </a:endParaRPr>
          </a:p>
          <a:p>
            <a:pPr marL="12700" marR="417830">
              <a:lnSpc>
                <a:spcPct val="100000"/>
              </a:lnSpc>
            </a:pPr>
            <a:r>
              <a:rPr dirty="0" sz="2400" b="1">
                <a:latin typeface="Calibri"/>
                <a:cs typeface="Calibri"/>
              </a:rPr>
              <a:t>AI: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OCR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NLP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Machine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Learning </a:t>
            </a:r>
            <a:r>
              <a:rPr dirty="0" sz="2400" b="1">
                <a:latin typeface="Calibri"/>
                <a:cs typeface="Calibri"/>
              </a:rPr>
              <a:t>Database: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PostgreSQL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PostGIS </a:t>
            </a:r>
            <a:r>
              <a:rPr dirty="0" sz="2400" b="1">
                <a:latin typeface="Calibri"/>
                <a:cs typeface="Calibri"/>
              </a:rPr>
              <a:t>GIS: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GeoJSON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Map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APIs </a:t>
            </a:r>
            <a:r>
              <a:rPr dirty="0" sz="2400" b="1">
                <a:latin typeface="Calibri"/>
                <a:cs typeface="Calibri"/>
              </a:rPr>
              <a:t>Deployment: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Cloud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Infrastructure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3" y="331088"/>
                </a:lnTo>
                <a:lnTo>
                  <a:pt x="39154" y="262889"/>
                </a:lnTo>
                <a:lnTo>
                  <a:pt x="60261" y="230631"/>
                </a:lnTo>
                <a:lnTo>
                  <a:pt x="85458" y="199898"/>
                </a:lnTo>
                <a:lnTo>
                  <a:pt x="114515" y="170941"/>
                </a:lnTo>
                <a:lnTo>
                  <a:pt x="147205" y="143637"/>
                </a:lnTo>
                <a:lnTo>
                  <a:pt x="183324" y="118237"/>
                </a:lnTo>
                <a:lnTo>
                  <a:pt x="222656" y="94996"/>
                </a:lnTo>
                <a:lnTo>
                  <a:pt x="264947" y="73913"/>
                </a:lnTo>
                <a:lnTo>
                  <a:pt x="310006" y="55118"/>
                </a:lnTo>
                <a:lnTo>
                  <a:pt x="357606" y="38861"/>
                </a:lnTo>
                <a:lnTo>
                  <a:pt x="407517" y="25273"/>
                </a:lnTo>
                <a:lnTo>
                  <a:pt x="459536" y="14477"/>
                </a:lnTo>
                <a:lnTo>
                  <a:pt x="513422" y="6476"/>
                </a:lnTo>
                <a:lnTo>
                  <a:pt x="568960" y="1650"/>
                </a:lnTo>
                <a:lnTo>
                  <a:pt x="625932" y="0"/>
                </a:lnTo>
                <a:lnTo>
                  <a:pt x="682904" y="1650"/>
                </a:lnTo>
                <a:lnTo>
                  <a:pt x="738441" y="6476"/>
                </a:lnTo>
                <a:lnTo>
                  <a:pt x="792327" y="14477"/>
                </a:lnTo>
                <a:lnTo>
                  <a:pt x="844334" y="25273"/>
                </a:lnTo>
                <a:lnTo>
                  <a:pt x="894245" y="38861"/>
                </a:lnTo>
                <a:lnTo>
                  <a:pt x="941882" y="55118"/>
                </a:lnTo>
                <a:lnTo>
                  <a:pt x="986967" y="73913"/>
                </a:lnTo>
                <a:lnTo>
                  <a:pt x="1029258" y="94996"/>
                </a:lnTo>
                <a:lnTo>
                  <a:pt x="1068501" y="118237"/>
                </a:lnTo>
                <a:lnTo>
                  <a:pt x="1104696" y="143637"/>
                </a:lnTo>
                <a:lnTo>
                  <a:pt x="1137335" y="170941"/>
                </a:lnTo>
                <a:lnTo>
                  <a:pt x="1166418" y="199898"/>
                </a:lnTo>
                <a:lnTo>
                  <a:pt x="1191564" y="230631"/>
                </a:lnTo>
                <a:lnTo>
                  <a:pt x="1212773" y="262889"/>
                </a:lnTo>
                <a:lnTo>
                  <a:pt x="1241856" y="331088"/>
                </a:lnTo>
                <a:lnTo>
                  <a:pt x="1251889" y="403732"/>
                </a:lnTo>
                <a:lnTo>
                  <a:pt x="1249349" y="440436"/>
                </a:lnTo>
                <a:lnTo>
                  <a:pt x="1229537" y="511048"/>
                </a:lnTo>
                <a:lnTo>
                  <a:pt x="1191564" y="576706"/>
                </a:lnTo>
                <a:lnTo>
                  <a:pt x="1166418" y="607440"/>
                </a:lnTo>
                <a:lnTo>
                  <a:pt x="1137335" y="636524"/>
                </a:lnTo>
                <a:lnTo>
                  <a:pt x="1104696" y="663701"/>
                </a:lnTo>
                <a:lnTo>
                  <a:pt x="1068501" y="689101"/>
                </a:lnTo>
                <a:lnTo>
                  <a:pt x="1029258" y="712469"/>
                </a:lnTo>
                <a:lnTo>
                  <a:pt x="986967" y="733551"/>
                </a:lnTo>
                <a:lnTo>
                  <a:pt x="941882" y="752220"/>
                </a:lnTo>
                <a:lnTo>
                  <a:pt x="894245" y="768476"/>
                </a:lnTo>
                <a:lnTo>
                  <a:pt x="844334" y="782065"/>
                </a:lnTo>
                <a:lnTo>
                  <a:pt x="792327" y="792861"/>
                </a:lnTo>
                <a:lnTo>
                  <a:pt x="738441" y="800862"/>
                </a:lnTo>
                <a:lnTo>
                  <a:pt x="682904" y="805688"/>
                </a:lnTo>
                <a:lnTo>
                  <a:pt x="625932" y="807338"/>
                </a:lnTo>
                <a:lnTo>
                  <a:pt x="568960" y="805688"/>
                </a:lnTo>
                <a:lnTo>
                  <a:pt x="513422" y="800862"/>
                </a:lnTo>
                <a:lnTo>
                  <a:pt x="459536" y="792861"/>
                </a:lnTo>
                <a:lnTo>
                  <a:pt x="407517" y="782065"/>
                </a:lnTo>
                <a:lnTo>
                  <a:pt x="357606" y="768476"/>
                </a:lnTo>
                <a:lnTo>
                  <a:pt x="310006" y="752220"/>
                </a:lnTo>
                <a:lnTo>
                  <a:pt x="264947" y="733551"/>
                </a:lnTo>
                <a:lnTo>
                  <a:pt x="222656" y="712469"/>
                </a:lnTo>
                <a:lnTo>
                  <a:pt x="183324" y="689101"/>
                </a:lnTo>
                <a:lnTo>
                  <a:pt x="147205" y="663701"/>
                </a:lnTo>
                <a:lnTo>
                  <a:pt x="114515" y="636524"/>
                </a:lnTo>
                <a:lnTo>
                  <a:pt x="85458" y="607440"/>
                </a:lnTo>
                <a:lnTo>
                  <a:pt x="60261" y="576706"/>
                </a:lnTo>
                <a:lnTo>
                  <a:pt x="39154" y="544576"/>
                </a:lnTo>
                <a:lnTo>
                  <a:pt x="10083" y="476250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2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8599" y="338150"/>
            <a:ext cx="6438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RISERS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68747" y="19888"/>
            <a:ext cx="7038340" cy="5968365"/>
            <a:chOff x="4968747" y="19888"/>
            <a:chExt cx="7038340" cy="59683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07575" y="19888"/>
              <a:ext cx="2199513" cy="1025702"/>
            </a:xfrm>
            <a:prstGeom prst="rect">
              <a:avLst/>
            </a:prstGeom>
          </p:spPr>
        </p:pic>
        <p:pic>
          <p:nvPicPr>
            <p:cNvPr id="8" name="object 8" descr=" (Accented Picture)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2707" y="2875762"/>
              <a:ext cx="994486" cy="9029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8747" y="884859"/>
              <a:ext cx="6426834" cy="510298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456" rIns="0" bIns="0" rtlCol="0" vert="horz">
            <a:spAutoFit/>
          </a:bodyPr>
          <a:lstStyle/>
          <a:p>
            <a:pPr marL="13512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FEASIBILITY</a:t>
            </a:r>
            <a:r>
              <a:rPr dirty="0" spc="-38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VIABILITY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740" y="1143761"/>
            <a:ext cx="251752" cy="248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740" y="3122079"/>
            <a:ext cx="256324" cy="2256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5653" y="948664"/>
            <a:ext cx="6127115" cy="408940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361950">
              <a:lnSpc>
                <a:spcPct val="100000"/>
              </a:lnSpc>
              <a:spcBef>
                <a:spcPts val="1095"/>
              </a:spcBef>
            </a:pPr>
            <a:r>
              <a:rPr dirty="0" sz="2000" spc="-10" b="1">
                <a:latin typeface="Calibri"/>
                <a:cs typeface="Calibri"/>
              </a:rPr>
              <a:t>FEASIBILITY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Technical: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OCR,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Operational:</a:t>
            </a:r>
            <a:r>
              <a:rPr dirty="0" sz="2000" spc="-114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Supports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officials;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human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final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decision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Scalable: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Modular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expandable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 spc="-25" b="1">
                <a:latin typeface="Calibri"/>
                <a:cs typeface="Calibri"/>
              </a:rPr>
              <a:t>Cost-</a:t>
            </a:r>
            <a:r>
              <a:rPr dirty="0" sz="2000" b="1">
                <a:latin typeface="Calibri"/>
                <a:cs typeface="Calibri"/>
              </a:rPr>
              <a:t>Effective: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Software-</a:t>
            </a:r>
            <a:r>
              <a:rPr dirty="0" sz="2000">
                <a:latin typeface="Calibri"/>
                <a:cs typeface="Calibri"/>
              </a:rPr>
              <a:t>based,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phased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deployment</a:t>
            </a:r>
            <a:endParaRPr sz="2000">
              <a:latin typeface="Calibri"/>
              <a:cs typeface="Calibri"/>
            </a:endParaRPr>
          </a:p>
          <a:p>
            <a:pPr marL="361950">
              <a:lnSpc>
                <a:spcPct val="100000"/>
              </a:lnSpc>
              <a:spcBef>
                <a:spcPts val="2400"/>
              </a:spcBef>
            </a:pPr>
            <a:r>
              <a:rPr dirty="0" sz="2000" spc="-10" b="1">
                <a:latin typeface="Calibri"/>
                <a:cs typeface="Calibri"/>
              </a:rPr>
              <a:t>CHALLENGES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MITIGATION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Poor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Quality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→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Improve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before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OCR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Formats</a:t>
            </a:r>
            <a:r>
              <a:rPr dirty="0" sz="2000" spc="-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→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flexible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field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extraction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Record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Mismatch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→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evidence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AI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/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Errors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→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Confidence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checks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human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review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Risks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→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Role-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audit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logs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3" y="331088"/>
                </a:lnTo>
                <a:lnTo>
                  <a:pt x="39154" y="262889"/>
                </a:lnTo>
                <a:lnTo>
                  <a:pt x="60261" y="230631"/>
                </a:lnTo>
                <a:lnTo>
                  <a:pt x="85458" y="199898"/>
                </a:lnTo>
                <a:lnTo>
                  <a:pt x="114515" y="170941"/>
                </a:lnTo>
                <a:lnTo>
                  <a:pt x="147205" y="143637"/>
                </a:lnTo>
                <a:lnTo>
                  <a:pt x="183324" y="118237"/>
                </a:lnTo>
                <a:lnTo>
                  <a:pt x="222656" y="94996"/>
                </a:lnTo>
                <a:lnTo>
                  <a:pt x="264947" y="73913"/>
                </a:lnTo>
                <a:lnTo>
                  <a:pt x="310006" y="55118"/>
                </a:lnTo>
                <a:lnTo>
                  <a:pt x="357606" y="38861"/>
                </a:lnTo>
                <a:lnTo>
                  <a:pt x="407517" y="25273"/>
                </a:lnTo>
                <a:lnTo>
                  <a:pt x="459536" y="14477"/>
                </a:lnTo>
                <a:lnTo>
                  <a:pt x="513422" y="6476"/>
                </a:lnTo>
                <a:lnTo>
                  <a:pt x="568960" y="1650"/>
                </a:lnTo>
                <a:lnTo>
                  <a:pt x="625932" y="0"/>
                </a:lnTo>
                <a:lnTo>
                  <a:pt x="682904" y="1650"/>
                </a:lnTo>
                <a:lnTo>
                  <a:pt x="738441" y="6476"/>
                </a:lnTo>
                <a:lnTo>
                  <a:pt x="792327" y="14477"/>
                </a:lnTo>
                <a:lnTo>
                  <a:pt x="844334" y="25273"/>
                </a:lnTo>
                <a:lnTo>
                  <a:pt x="894245" y="38861"/>
                </a:lnTo>
                <a:lnTo>
                  <a:pt x="941882" y="55118"/>
                </a:lnTo>
                <a:lnTo>
                  <a:pt x="986967" y="73913"/>
                </a:lnTo>
                <a:lnTo>
                  <a:pt x="1029258" y="94996"/>
                </a:lnTo>
                <a:lnTo>
                  <a:pt x="1068501" y="118237"/>
                </a:lnTo>
                <a:lnTo>
                  <a:pt x="1104696" y="143637"/>
                </a:lnTo>
                <a:lnTo>
                  <a:pt x="1137335" y="170941"/>
                </a:lnTo>
                <a:lnTo>
                  <a:pt x="1166418" y="199898"/>
                </a:lnTo>
                <a:lnTo>
                  <a:pt x="1191564" y="230631"/>
                </a:lnTo>
                <a:lnTo>
                  <a:pt x="1212773" y="262889"/>
                </a:lnTo>
                <a:lnTo>
                  <a:pt x="1241856" y="331088"/>
                </a:lnTo>
                <a:lnTo>
                  <a:pt x="1251889" y="403732"/>
                </a:lnTo>
                <a:lnTo>
                  <a:pt x="1249349" y="440436"/>
                </a:lnTo>
                <a:lnTo>
                  <a:pt x="1229537" y="511048"/>
                </a:lnTo>
                <a:lnTo>
                  <a:pt x="1191564" y="576706"/>
                </a:lnTo>
                <a:lnTo>
                  <a:pt x="1166418" y="607440"/>
                </a:lnTo>
                <a:lnTo>
                  <a:pt x="1137335" y="636524"/>
                </a:lnTo>
                <a:lnTo>
                  <a:pt x="1104696" y="663701"/>
                </a:lnTo>
                <a:lnTo>
                  <a:pt x="1068501" y="689101"/>
                </a:lnTo>
                <a:lnTo>
                  <a:pt x="1029258" y="712469"/>
                </a:lnTo>
                <a:lnTo>
                  <a:pt x="986967" y="733551"/>
                </a:lnTo>
                <a:lnTo>
                  <a:pt x="941882" y="752220"/>
                </a:lnTo>
                <a:lnTo>
                  <a:pt x="894245" y="768476"/>
                </a:lnTo>
                <a:lnTo>
                  <a:pt x="844334" y="782065"/>
                </a:lnTo>
                <a:lnTo>
                  <a:pt x="792327" y="792861"/>
                </a:lnTo>
                <a:lnTo>
                  <a:pt x="738441" y="800862"/>
                </a:lnTo>
                <a:lnTo>
                  <a:pt x="682904" y="805688"/>
                </a:lnTo>
                <a:lnTo>
                  <a:pt x="625932" y="807338"/>
                </a:lnTo>
                <a:lnTo>
                  <a:pt x="568960" y="805688"/>
                </a:lnTo>
                <a:lnTo>
                  <a:pt x="513422" y="800862"/>
                </a:lnTo>
                <a:lnTo>
                  <a:pt x="459536" y="792861"/>
                </a:lnTo>
                <a:lnTo>
                  <a:pt x="407517" y="782065"/>
                </a:lnTo>
                <a:lnTo>
                  <a:pt x="357606" y="768476"/>
                </a:lnTo>
                <a:lnTo>
                  <a:pt x="310006" y="752220"/>
                </a:lnTo>
                <a:lnTo>
                  <a:pt x="264947" y="733551"/>
                </a:lnTo>
                <a:lnTo>
                  <a:pt x="222656" y="712469"/>
                </a:lnTo>
                <a:lnTo>
                  <a:pt x="183324" y="689101"/>
                </a:lnTo>
                <a:lnTo>
                  <a:pt x="147205" y="663701"/>
                </a:lnTo>
                <a:lnTo>
                  <a:pt x="114515" y="636524"/>
                </a:lnTo>
                <a:lnTo>
                  <a:pt x="85458" y="607440"/>
                </a:lnTo>
                <a:lnTo>
                  <a:pt x="60261" y="576706"/>
                </a:lnTo>
                <a:lnTo>
                  <a:pt x="39154" y="544576"/>
                </a:lnTo>
                <a:lnTo>
                  <a:pt x="10083" y="476250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2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8599" y="338150"/>
            <a:ext cx="6438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RISERS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7575" y="19888"/>
            <a:ext cx="2199513" cy="10257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6" y="0"/>
            <a:ext cx="12178410" cy="646468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456" rIns="0" bIns="0" rtlCol="0" vert="horz">
            <a:spAutoFit/>
          </a:bodyPr>
          <a:lstStyle/>
          <a:p>
            <a:pPr marL="1996439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IMPACT</a:t>
            </a:r>
            <a:r>
              <a:rPr dirty="0" spc="-305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3" y="331088"/>
                </a:lnTo>
                <a:lnTo>
                  <a:pt x="39154" y="262889"/>
                </a:lnTo>
                <a:lnTo>
                  <a:pt x="60261" y="230631"/>
                </a:lnTo>
                <a:lnTo>
                  <a:pt x="85458" y="199898"/>
                </a:lnTo>
                <a:lnTo>
                  <a:pt x="114515" y="170941"/>
                </a:lnTo>
                <a:lnTo>
                  <a:pt x="147205" y="143637"/>
                </a:lnTo>
                <a:lnTo>
                  <a:pt x="183324" y="118237"/>
                </a:lnTo>
                <a:lnTo>
                  <a:pt x="222656" y="94996"/>
                </a:lnTo>
                <a:lnTo>
                  <a:pt x="264947" y="73913"/>
                </a:lnTo>
                <a:lnTo>
                  <a:pt x="310006" y="55118"/>
                </a:lnTo>
                <a:lnTo>
                  <a:pt x="357606" y="38861"/>
                </a:lnTo>
                <a:lnTo>
                  <a:pt x="407517" y="25273"/>
                </a:lnTo>
                <a:lnTo>
                  <a:pt x="459536" y="14477"/>
                </a:lnTo>
                <a:lnTo>
                  <a:pt x="513422" y="6476"/>
                </a:lnTo>
                <a:lnTo>
                  <a:pt x="568960" y="1650"/>
                </a:lnTo>
                <a:lnTo>
                  <a:pt x="625932" y="0"/>
                </a:lnTo>
                <a:lnTo>
                  <a:pt x="682904" y="1650"/>
                </a:lnTo>
                <a:lnTo>
                  <a:pt x="738441" y="6476"/>
                </a:lnTo>
                <a:lnTo>
                  <a:pt x="792327" y="14477"/>
                </a:lnTo>
                <a:lnTo>
                  <a:pt x="844334" y="25273"/>
                </a:lnTo>
                <a:lnTo>
                  <a:pt x="894245" y="38861"/>
                </a:lnTo>
                <a:lnTo>
                  <a:pt x="941882" y="55118"/>
                </a:lnTo>
                <a:lnTo>
                  <a:pt x="986967" y="73913"/>
                </a:lnTo>
                <a:lnTo>
                  <a:pt x="1029258" y="94996"/>
                </a:lnTo>
                <a:lnTo>
                  <a:pt x="1068501" y="118237"/>
                </a:lnTo>
                <a:lnTo>
                  <a:pt x="1104696" y="143637"/>
                </a:lnTo>
                <a:lnTo>
                  <a:pt x="1137335" y="170941"/>
                </a:lnTo>
                <a:lnTo>
                  <a:pt x="1166418" y="199898"/>
                </a:lnTo>
                <a:lnTo>
                  <a:pt x="1191564" y="230631"/>
                </a:lnTo>
                <a:lnTo>
                  <a:pt x="1212773" y="262889"/>
                </a:lnTo>
                <a:lnTo>
                  <a:pt x="1241856" y="331088"/>
                </a:lnTo>
                <a:lnTo>
                  <a:pt x="1251889" y="403732"/>
                </a:lnTo>
                <a:lnTo>
                  <a:pt x="1249349" y="440436"/>
                </a:lnTo>
                <a:lnTo>
                  <a:pt x="1229537" y="511048"/>
                </a:lnTo>
                <a:lnTo>
                  <a:pt x="1191564" y="576706"/>
                </a:lnTo>
                <a:lnTo>
                  <a:pt x="1166418" y="607440"/>
                </a:lnTo>
                <a:lnTo>
                  <a:pt x="1137335" y="636524"/>
                </a:lnTo>
                <a:lnTo>
                  <a:pt x="1104696" y="663701"/>
                </a:lnTo>
                <a:lnTo>
                  <a:pt x="1068501" y="689101"/>
                </a:lnTo>
                <a:lnTo>
                  <a:pt x="1029258" y="712469"/>
                </a:lnTo>
                <a:lnTo>
                  <a:pt x="986967" y="733551"/>
                </a:lnTo>
                <a:lnTo>
                  <a:pt x="941882" y="752220"/>
                </a:lnTo>
                <a:lnTo>
                  <a:pt x="894245" y="768476"/>
                </a:lnTo>
                <a:lnTo>
                  <a:pt x="844334" y="782065"/>
                </a:lnTo>
                <a:lnTo>
                  <a:pt x="792327" y="792861"/>
                </a:lnTo>
                <a:lnTo>
                  <a:pt x="738441" y="800862"/>
                </a:lnTo>
                <a:lnTo>
                  <a:pt x="682904" y="805688"/>
                </a:lnTo>
                <a:lnTo>
                  <a:pt x="625932" y="807338"/>
                </a:lnTo>
                <a:lnTo>
                  <a:pt x="568960" y="805688"/>
                </a:lnTo>
                <a:lnTo>
                  <a:pt x="513422" y="800862"/>
                </a:lnTo>
                <a:lnTo>
                  <a:pt x="459536" y="792861"/>
                </a:lnTo>
                <a:lnTo>
                  <a:pt x="407517" y="782065"/>
                </a:lnTo>
                <a:lnTo>
                  <a:pt x="357606" y="768476"/>
                </a:lnTo>
                <a:lnTo>
                  <a:pt x="310006" y="752220"/>
                </a:lnTo>
                <a:lnTo>
                  <a:pt x="264947" y="733551"/>
                </a:lnTo>
                <a:lnTo>
                  <a:pt x="222656" y="712469"/>
                </a:lnTo>
                <a:lnTo>
                  <a:pt x="183324" y="689101"/>
                </a:lnTo>
                <a:lnTo>
                  <a:pt x="147205" y="663701"/>
                </a:lnTo>
                <a:lnTo>
                  <a:pt x="114515" y="636524"/>
                </a:lnTo>
                <a:lnTo>
                  <a:pt x="85458" y="607440"/>
                </a:lnTo>
                <a:lnTo>
                  <a:pt x="60261" y="576706"/>
                </a:lnTo>
                <a:lnTo>
                  <a:pt x="39154" y="544576"/>
                </a:lnTo>
                <a:lnTo>
                  <a:pt x="10083" y="476250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2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0123" y="338150"/>
            <a:ext cx="6438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RISERS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7575" y="19888"/>
            <a:ext cx="2199513" cy="10257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536" y="1675663"/>
            <a:ext cx="223710" cy="22438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97075" y="1652777"/>
          <a:ext cx="10025380" cy="3805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7625"/>
                <a:gridCol w="4821555"/>
              </a:tblGrid>
              <a:tr h="46100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dirty="0" sz="1800" spc="-25" b="1"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18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AUDIENCE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1710"/>
                        </a:lnSpc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BENEFITS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054735">
                <a:tc>
                  <a:txBody>
                    <a:bodyPr/>
                    <a:lstStyle/>
                    <a:p>
                      <a:pPr marL="31750" marR="368300">
                        <a:lnSpc>
                          <a:spcPct val="101699"/>
                        </a:lnSpc>
                        <a:spcBef>
                          <a:spcPts val="13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Land</a:t>
                      </a:r>
                      <a:r>
                        <a:rPr dirty="0" sz="18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Officials</a:t>
                      </a:r>
                      <a:r>
                        <a:rPr dirty="0" sz="18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Faster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verification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reduced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manual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work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08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75920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SOCIAL</a:t>
                      </a:r>
                      <a:r>
                        <a:rPr dirty="0" sz="18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Transparency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Trust</a:t>
                      </a:r>
                      <a:r>
                        <a:rPr dirty="0"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Fewer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disputes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3340"/>
                </a:tc>
              </a:tr>
              <a:tr h="81406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Landowners</a:t>
                      </a:r>
                      <a:r>
                        <a:rPr dirty="0" sz="1800" spc="-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Quicker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clearer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record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verification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57175"/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ECONOMIC</a:t>
                      </a:r>
                      <a:r>
                        <a:rPr dirty="0" sz="1800" spc="-8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Lower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Faster</a:t>
                      </a:r>
                      <a:r>
                        <a:rPr dirty="0"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transactions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57175"/>
                </a:tc>
              </a:tr>
              <a:tr h="7353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Government</a:t>
                      </a:r>
                      <a:r>
                        <a:rPr dirty="0" sz="1800" spc="-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Accurate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Better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decisions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3360"/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1800" spc="-30" b="1">
                          <a:latin typeface="Calibri"/>
                          <a:cs typeface="Calibri"/>
                        </a:rPr>
                        <a:t>ENVIRONMENTAL</a:t>
                      </a:r>
                      <a:r>
                        <a:rPr dirty="0" sz="18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Less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paper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Digital</a:t>
                      </a:r>
                      <a:r>
                        <a:rPr dirty="0" sz="1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records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13360"/>
                </a:tc>
              </a:tr>
              <a:tr h="740410">
                <a:tc>
                  <a:txBody>
                    <a:bodyPr/>
                    <a:lstStyle/>
                    <a:p>
                      <a:pPr marL="31750" marR="782320">
                        <a:lnSpc>
                          <a:spcPct val="100600"/>
                        </a:lnSpc>
                        <a:spcBef>
                          <a:spcPts val="139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Legal</a:t>
                      </a:r>
                      <a:r>
                        <a:rPr dirty="0" sz="18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8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Registration</a:t>
                      </a:r>
                      <a:r>
                        <a:rPr dirty="0" sz="1800" spc="-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Bodies</a:t>
                      </a:r>
                      <a:r>
                        <a:rPr dirty="0" sz="18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Reliable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records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→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Easier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validation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6530"/>
                </a:tc>
                <a:tc>
                  <a:txBody>
                    <a:bodyPr/>
                    <a:lstStyle/>
                    <a:p>
                      <a:pPr marL="415925" marR="452120" indent="-40005">
                        <a:lnSpc>
                          <a:spcPct val="100600"/>
                        </a:lnSpc>
                        <a:spcBef>
                          <a:spcPts val="139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ADMINISTRATIVE</a:t>
                      </a:r>
                      <a:r>
                        <a:rPr dirty="0" sz="1800" spc="-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Accuracy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Efficiency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→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Auditability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6530"/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9400" y="1675663"/>
            <a:ext cx="223710" cy="2243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4714" y="2360714"/>
            <a:ext cx="246545" cy="2197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63" y="2526106"/>
            <a:ext cx="223647" cy="1833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4714" y="3505225"/>
            <a:ext cx="214579" cy="2243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45402" y="3499383"/>
            <a:ext cx="191757" cy="2243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7536" y="4304830"/>
            <a:ext cx="210019" cy="21979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49211" y="4264050"/>
            <a:ext cx="223710" cy="22895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67536" y="4985537"/>
            <a:ext cx="223710" cy="2289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68516" y="5001666"/>
            <a:ext cx="223710" cy="224383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456" rIns="0" bIns="0" rtlCol="0" vert="horz">
            <a:spAutoFit/>
          </a:bodyPr>
          <a:lstStyle/>
          <a:p>
            <a:pPr marL="115506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830"/>
              <a:t> </a:t>
            </a:r>
            <a:r>
              <a:rPr dirty="0"/>
              <a:t>AND</a:t>
            </a:r>
            <a:r>
              <a:rPr dirty="0" spc="-10"/>
              <a:t> 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396" y="1576578"/>
            <a:ext cx="7971790" cy="368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Digital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India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Land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Records</a:t>
            </a:r>
            <a:r>
              <a:rPr dirty="0" sz="2400" spc="-1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Modernization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Programme</a:t>
            </a:r>
            <a:r>
              <a:rPr dirty="0" sz="2400" spc="-1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(DILRMP)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20">
                <a:latin typeface="Calibri"/>
                <a:cs typeface="Calibri"/>
              </a:rPr>
              <a:t>Government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India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</a:rPr>
              <a:t>dolr.gov.in</a:t>
            </a:r>
            <a:endParaRPr sz="2400">
              <a:latin typeface="Calibri"/>
              <a:cs typeface="Calibri"/>
            </a:endParaRPr>
          </a:p>
          <a:p>
            <a:pPr marL="12700" marR="2249170">
              <a:lnSpc>
                <a:spcPct val="100000"/>
              </a:lnSpc>
              <a:spcBef>
                <a:spcPts val="2905"/>
              </a:spcBef>
            </a:pPr>
            <a:r>
              <a:rPr dirty="0" sz="2400" spc="-10" b="1">
                <a:latin typeface="Calibri"/>
                <a:cs typeface="Calibri"/>
              </a:rPr>
              <a:t>MeeBhoomi</a:t>
            </a:r>
            <a:r>
              <a:rPr dirty="0" sz="2400" spc="-11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—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Andhra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Pradesh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Land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Records </a:t>
            </a:r>
            <a:r>
              <a:rPr dirty="0" sz="2400" spc="-20">
                <a:latin typeface="Calibri"/>
                <a:cs typeface="Calibri"/>
              </a:rPr>
              <a:t>Government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Andhra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Pradesh meebhoomi.ap.gov.in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5"/>
              </a:spcBef>
            </a:pPr>
            <a:r>
              <a:rPr dirty="0" sz="2400" spc="-35" b="1">
                <a:latin typeface="Calibri"/>
                <a:cs typeface="Calibri"/>
              </a:rPr>
              <a:t>Technical</a:t>
            </a:r>
            <a:r>
              <a:rPr dirty="0" sz="2400" spc="-1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Research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Areas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OCR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AI-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Extraction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•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Validation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3" y="331088"/>
                </a:lnTo>
                <a:lnTo>
                  <a:pt x="39154" y="262889"/>
                </a:lnTo>
                <a:lnTo>
                  <a:pt x="60261" y="230631"/>
                </a:lnTo>
                <a:lnTo>
                  <a:pt x="85458" y="199898"/>
                </a:lnTo>
                <a:lnTo>
                  <a:pt x="114515" y="170941"/>
                </a:lnTo>
                <a:lnTo>
                  <a:pt x="147205" y="143637"/>
                </a:lnTo>
                <a:lnTo>
                  <a:pt x="183324" y="118237"/>
                </a:lnTo>
                <a:lnTo>
                  <a:pt x="222656" y="94996"/>
                </a:lnTo>
                <a:lnTo>
                  <a:pt x="264947" y="73913"/>
                </a:lnTo>
                <a:lnTo>
                  <a:pt x="310006" y="55118"/>
                </a:lnTo>
                <a:lnTo>
                  <a:pt x="357606" y="38861"/>
                </a:lnTo>
                <a:lnTo>
                  <a:pt x="407517" y="25273"/>
                </a:lnTo>
                <a:lnTo>
                  <a:pt x="459536" y="14477"/>
                </a:lnTo>
                <a:lnTo>
                  <a:pt x="513422" y="6476"/>
                </a:lnTo>
                <a:lnTo>
                  <a:pt x="568960" y="1650"/>
                </a:lnTo>
                <a:lnTo>
                  <a:pt x="625932" y="0"/>
                </a:lnTo>
                <a:lnTo>
                  <a:pt x="682904" y="1650"/>
                </a:lnTo>
                <a:lnTo>
                  <a:pt x="738441" y="6476"/>
                </a:lnTo>
                <a:lnTo>
                  <a:pt x="792327" y="14477"/>
                </a:lnTo>
                <a:lnTo>
                  <a:pt x="844334" y="25273"/>
                </a:lnTo>
                <a:lnTo>
                  <a:pt x="894245" y="38861"/>
                </a:lnTo>
                <a:lnTo>
                  <a:pt x="941882" y="55118"/>
                </a:lnTo>
                <a:lnTo>
                  <a:pt x="986967" y="73913"/>
                </a:lnTo>
                <a:lnTo>
                  <a:pt x="1029258" y="94996"/>
                </a:lnTo>
                <a:lnTo>
                  <a:pt x="1068501" y="118237"/>
                </a:lnTo>
                <a:lnTo>
                  <a:pt x="1104696" y="143637"/>
                </a:lnTo>
                <a:lnTo>
                  <a:pt x="1137335" y="170941"/>
                </a:lnTo>
                <a:lnTo>
                  <a:pt x="1166418" y="199898"/>
                </a:lnTo>
                <a:lnTo>
                  <a:pt x="1191564" y="230631"/>
                </a:lnTo>
                <a:lnTo>
                  <a:pt x="1212773" y="262889"/>
                </a:lnTo>
                <a:lnTo>
                  <a:pt x="1241856" y="331088"/>
                </a:lnTo>
                <a:lnTo>
                  <a:pt x="1251889" y="403732"/>
                </a:lnTo>
                <a:lnTo>
                  <a:pt x="1249349" y="440436"/>
                </a:lnTo>
                <a:lnTo>
                  <a:pt x="1229537" y="511048"/>
                </a:lnTo>
                <a:lnTo>
                  <a:pt x="1191564" y="576706"/>
                </a:lnTo>
                <a:lnTo>
                  <a:pt x="1166418" y="607440"/>
                </a:lnTo>
                <a:lnTo>
                  <a:pt x="1137335" y="636524"/>
                </a:lnTo>
                <a:lnTo>
                  <a:pt x="1104696" y="663701"/>
                </a:lnTo>
                <a:lnTo>
                  <a:pt x="1068501" y="689101"/>
                </a:lnTo>
                <a:lnTo>
                  <a:pt x="1029258" y="712469"/>
                </a:lnTo>
                <a:lnTo>
                  <a:pt x="986967" y="733551"/>
                </a:lnTo>
                <a:lnTo>
                  <a:pt x="941882" y="752220"/>
                </a:lnTo>
                <a:lnTo>
                  <a:pt x="894245" y="768476"/>
                </a:lnTo>
                <a:lnTo>
                  <a:pt x="844334" y="782065"/>
                </a:lnTo>
                <a:lnTo>
                  <a:pt x="792327" y="792861"/>
                </a:lnTo>
                <a:lnTo>
                  <a:pt x="738441" y="800862"/>
                </a:lnTo>
                <a:lnTo>
                  <a:pt x="682904" y="805688"/>
                </a:lnTo>
                <a:lnTo>
                  <a:pt x="625932" y="807338"/>
                </a:lnTo>
                <a:lnTo>
                  <a:pt x="568960" y="805688"/>
                </a:lnTo>
                <a:lnTo>
                  <a:pt x="513422" y="800862"/>
                </a:lnTo>
                <a:lnTo>
                  <a:pt x="459536" y="792861"/>
                </a:lnTo>
                <a:lnTo>
                  <a:pt x="407517" y="782065"/>
                </a:lnTo>
                <a:lnTo>
                  <a:pt x="357606" y="768476"/>
                </a:lnTo>
                <a:lnTo>
                  <a:pt x="310006" y="752220"/>
                </a:lnTo>
                <a:lnTo>
                  <a:pt x="264947" y="733551"/>
                </a:lnTo>
                <a:lnTo>
                  <a:pt x="222656" y="712469"/>
                </a:lnTo>
                <a:lnTo>
                  <a:pt x="183324" y="689101"/>
                </a:lnTo>
                <a:lnTo>
                  <a:pt x="147205" y="663701"/>
                </a:lnTo>
                <a:lnTo>
                  <a:pt x="114515" y="636524"/>
                </a:lnTo>
                <a:lnTo>
                  <a:pt x="85458" y="607440"/>
                </a:lnTo>
                <a:lnTo>
                  <a:pt x="60261" y="576706"/>
                </a:lnTo>
                <a:lnTo>
                  <a:pt x="39154" y="544576"/>
                </a:lnTo>
                <a:lnTo>
                  <a:pt x="10083" y="476250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2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0123" y="338150"/>
            <a:ext cx="6438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RISERS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7575" y="19888"/>
            <a:ext cx="2199513" cy="10257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dirty="0" spc="-25"/>
              <a:t> </a:t>
            </a:r>
            <a:r>
              <a:rPr dirty="0"/>
              <a:t>Idea</a:t>
            </a:r>
            <a:r>
              <a:rPr dirty="0" spc="-35"/>
              <a:t> </a:t>
            </a:r>
            <a:r>
              <a:rPr dirty="0" spc="-10"/>
              <a:t>submission-</a:t>
            </a:r>
            <a:r>
              <a:rPr dirty="0" spc="-60"/>
              <a:t> </a:t>
            </a:r>
            <a:r>
              <a:rPr dirty="0" spc="-1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dc:title>Investor Pitch Deck Template</dc:title>
  <dcterms:created xsi:type="dcterms:W3CDTF">2026-09-11T03:56:40Z</dcterms:created>
  <dcterms:modified xsi:type="dcterms:W3CDTF">2026-09-11T03:56:40Z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2026-09-11T00:00:00Z</vt:filetime>
  </property>
  <property fmtid="{D5CDD505-2E9C-101B-9397-08002B2CF9AE}" pid="6" name="Producer">
    <vt:lpwstr>Microsoft® PowerPoint® for Microsoft 365</vt:lpwstr>
  </property>
</Properties>
</file>